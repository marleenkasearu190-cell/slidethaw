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466d0b303494d" /><Relationship Type="http://schemas.openxmlformats.org/officeDocument/2006/relationships/extended-properties" Target="/docProps/app.xml" Id="R05dca825c76b4849" /><Relationship Type="http://schemas.openxmlformats.org/officeDocument/2006/relationships/officeDocument" Target="/ppt/presentation.xml" Id="Rb27a70219ec544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7ebf2ab0f4dc2"/>
  </p:sldMasterIdLst>
  <p:notesMasterIdLst>
    <p:notesMasterId xmlns:r="http://schemas.openxmlformats.org/officeDocument/2006/relationships" r:id="R8549dad5069d414a"/>
  </p:notesMasterIdLst>
  <p:sldIdLst>
    <p:sldId xmlns:r="http://schemas.openxmlformats.org/officeDocument/2006/relationships" id="256" r:id="R3fdab5e2828944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97bf68cdf41dc" /><Relationship Type="http://schemas.openxmlformats.org/officeDocument/2006/relationships/slideMaster" Target="/ppt/slideMasters/slideMaster1.xml" Id="R76c7ebf2ab0f4dc2" /><Relationship Type="http://schemas.openxmlformats.org/officeDocument/2006/relationships/notesMaster" Target="/ppt/notesMasters/notesMaster1.xml" Id="R8549dad5069d414a" /><Relationship Type="http://schemas.openxmlformats.org/officeDocument/2006/relationships/presProps" Target="/ppt/presProps.xml" Id="R979e808ee83d47a3" /><Relationship Type="http://schemas.openxmlformats.org/officeDocument/2006/relationships/tableStyles" Target="/ppt/tableStyles.xml" Id="Rd8695e8a414844ad" /><Relationship Type="http://schemas.openxmlformats.org/officeDocument/2006/relationships/slide" Target="/ppt/slides/slide1.xml" Id="R3fdab5e28289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ae6f8b64047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cfe6575b154ad1" /><Relationship Type="http://schemas.openxmlformats.org/officeDocument/2006/relationships/notesMaster" Target="/ppt/notesMasters/notesMaster1.xml" Id="Rd1dfc7fc9d22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e7fa1c4e7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76d327e564213" /><Relationship Type="http://schemas.openxmlformats.org/officeDocument/2006/relationships/slideLayout" Target="/ppt/slideLayouts/slideLayout1.xml" Id="R69d5744c8fc742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5744c8fc742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d1beb9f8444c3" /><Relationship Type="http://schemas.openxmlformats.org/officeDocument/2006/relationships/image" Target="/ppt/media/image.png" Id="Re520ce6c7c1c421f" /><Relationship Type="http://schemas.openxmlformats.org/officeDocument/2006/relationships/notesSlide" Target="/ppt/notesSlides/notesSlide1.xml" Id="Rc1dbf3417ccf4a1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page.title">
            <ns1:extLst>
              <ns1:ext uri="{FF2B5EF4-FFF2-40B4-BE49-F238E27FC236}">
                <ns2:creationId id="{0D450036-B0A4-4F5C-914A-5A1C42B3F27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5300"/>
            <ns1:ext cx="108204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t">
            <ns1:noAutofit/>
          </ns1:bodyPr>
          <ns1:lstStyle/>
          <ns1:p>
            <ns1:pPr>
              <ns1:defRPr sz="4200" b="1">
                <ns1:solidFill>
                  <ns1:srgbClr val="20242A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0242A"/>
                </ns1:solidFill>
                <ns1:latin typeface="Arial"/>
                <ns1:ea typeface="Arial"/>
                <ns1:cs typeface="Arial"/>
              </ns1:rPr>
              <ns1:t>Slide image reconstruction</ns1:t>
            </ns1:r>
          </ns1:p>
        </ns0:txBody>
      </ns0:sp>
      <ns0:sp>
        <ns0:nvSpPr>
          <ns0:cNvPr id="2" name="page.subtitle">
            <ns1:extLst>
              <ns1:ext uri="{FF2B5EF4-FFF2-40B4-BE49-F238E27FC236}">
                <ns2:creationId id="{20631A6D-7BE7-475B-BCF4-CC8FABEA8D83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409700"/>
            <ns1:ext cx="107442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t">
            <ns1:noAutofit/>
          </ns1:bodyPr>
          <ns1:lstStyle/>
          <ns1:p>
            <ns1:pPr>
              <ns1:defRPr sz="1950" b="0">
                <ns1:solidFill>
                  <ns1:srgbClr val="20242A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20242A"/>
                </ns1:solidFill>
                <ns1:latin typeface="Arial"/>
                <ns1:ea typeface="Arial"/>
                <ns1:cs typeface="Arial"/>
              </ns1:rPr>
              <ns1:t>Synthetic fixture for content and editing tests</ns1:t>
            </ns1:r>
          </ns1:p>
        </ns0:txBody>
      </ns0:sp>
      <ns0:sp>
        <ns0:nvSpPr>
          <ns0:cNvPr id="3" name="page.rule">
            <ns1:extLst>
              <ns1:ext uri="{FF2B5EF4-FFF2-40B4-BE49-F238E27FC236}">
                <ns2:creationId id="{B451859F-39C0-466E-8719-50C4F7C0ED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057400"/>
            <ns1:ext cx="10820400" cy="38100"/>
          </ns1:xfrm>
          <ns1:prstGeom prst="rect">
            <ns1:avLst/>
          </ns1:prstGeom>
          <ns1:solidFill>
            <ns1:srgbClr val="137A67"/>
          </ns1:solidFill>
          <ns1:ln w="0">
            <ns1:noFill/>
          </ns1:ln>
        </ns0:spPr>
      </ns0:sp>
      <ns0:grpSp>
        <ns0:nvGrpSpPr>
          <ns0:cNvPr id="23" name="content.module"/>
          <ns0:cNvGrpSpPr/>
          <ns0:nvPr/>
        </ns0:nvGrpSpPr>
        <ns0:grpSpPr>
          <ns1:xfrm>
            <ns1:off x="685800" y="2590800"/>
            <ns1:ext cx="6762750" cy="2400300"/>
            <ns1:chOff x="685800" y="2590800"/>
            <ns1:chExt cx="6762750" cy="2400300"/>
          </ns1:xfrm>
        </ns0:grpSpPr>
        <ns0:sp>
          <ns0:nvSpPr>
            <ns0:cNvPr id="4" name="content.frame">
              <ns1:extLst>
                <ns1:ext uri="{FF2B5EF4-FFF2-40B4-BE49-F238E27FC236}">
                  <ns2:creationId id="{DC2770AA-B8FA-4A79-9F41-F390C39C8FB4}"/>
                </ns1:ext>
              </ns1:extLst>
            </ns0:cNvPr>
            <ns0:cNvSpPr>
              <ns1:spLocks noGrp="1"/>
            </ns0:cNvSpPr>
            <ns0:nvPr/>
          </ns0:nvSpPr>
          <ns0:spPr>
            <ns1:xfrm>
              <ns1:off x="695325" y="2600325"/>
              <ns1:ext cx="6743700" cy="2381250"/>
            </ns1:xfrm>
            <ns1:prstGeom prst="rect">
              <ns1:avLst/>
            </ns1:prstGeom>
            <ns1:noFill/>
            <ns1:ln w="19050">
              <ns1:solidFill>
                <ns1:srgbClr val="C5CBD0"/>
              </ns1:solidFill>
            </ns1:ln>
          </ns0:spPr>
        </ns0:sp>
        <ns0:sp>
          <ns0:nvSpPr>
            <ns0:cNvPr id="5" name="content.heading">
              <ns1:extLst>
                <ns1:ext uri="{FF2B5EF4-FFF2-40B4-BE49-F238E27FC236}">
                  <ns2:creationId id="{848CC460-4814-4A33-A815-34EC0F1A6A1B}"/>
                </ns1:ext>
              </ns1:extLst>
            </ns0:cNvPr>
            <ns0:cNvSpPr>
              <ns1:spLocks noGrp="1"/>
            </ns0:cNvSpPr>
            <ns0:nvPr/>
          </ns0:nvSpPr>
          <ns0:spPr>
            <ns1:xfrm>
              <ns1:off x="933450" y="2838450"/>
              <ns1:ext cx="6248400" cy="495300"/>
            </ns1:xfrm>
            <ns1:prstGeom prst="rect">
              <ns1:avLst/>
            </ns1:prstGeom>
            <ns1:noFill/>
            <ns1:ln w="0">
              <ns1:noFill/>
            </ns1:ln>
          </ns0:spPr>
          <ns0:txBody>
            <ns1:bodyPr lIns="0" tIns="0" rIns="0" bIns="0" anchor="t">
              <ns1:noAutofit/>
            </ns1:bodyPr>
            <ns1:lstStyle/>
            <ns1:p>
              <ns1:pPr>
                <ns1:defRPr sz="2550" b="1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defRPr>
              </ns1:pPr>
              <ns1:r>
                <ns1:rPr sz="2550" b="1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rPr>
                <ns1:t>Editable structure</ns1:t>
              </ns1:r>
            </ns1:p>
          </ns0:txBody>
        </ns0:sp>
        <ns0:sp>
          <ns0:nvSpPr>
            <ns0:cNvPr id="6" name="content.line1">
              <ns1:extLst>
                <ns1:ext uri="{FF2B5EF4-FFF2-40B4-BE49-F238E27FC236}">
                  <ns2:creationId id="{684BC228-DAAF-4521-A5EC-1C01F96F66F2}"/>
                </ns1:ext>
              </ns1:extLst>
            </ns0:cNvPr>
            <ns0:cNvSpPr>
              <ns1:spLocks noGrp="1"/>
            </ns0:cNvSpPr>
            <ns0:nvPr/>
          </ns0:nvSpPr>
          <ns0:spPr>
            <ns1:xfrm>
              <ns1:off x="933450" y="3448050"/>
              <ns1:ext cx="6248400" cy="409575"/>
            </ns1:xfrm>
            <ns1:prstGeom prst="rect">
              <ns1:avLst/>
            </ns1:prstGeom>
            <ns1:noFill/>
            <ns1:ln w="0">
              <ns1:noFill/>
            </ns1:ln>
          </ns0:spPr>
          <ns0:txBody>
            <ns1:bodyPr lIns="0" tIns="0" rIns="0" bIns="0" anchor="t">
              <ns1:noAutofit/>
            </ns1:bodyPr>
            <ns1:lstStyle/>
            <ns1:p>
              <ns1:pPr>
                <ns1:def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defRPr>
              </ns1:pPr>
              <ns1:r>
                <ns1: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rPr>
                <ns1:t>Native text boxes</ns1:t>
              </ns1:r>
            </ns1:p>
          </ns0:txBody>
        </ns0:sp>
        <ns0:sp>
          <ns0:nvSpPr>
            <ns0:cNvPr id="7" name="content.line2">
              <ns1:extLst>
                <ns1:ext uri="{FF2B5EF4-FFF2-40B4-BE49-F238E27FC236}">
                  <ns2:creationId id="{1851D462-37D9-48B9-9702-F6FA803739EE}"/>
                </ns1:ext>
              </ns1:extLst>
            </ns0:cNvPr>
            <ns0:cNvSpPr>
              <ns1:spLocks noGrp="1"/>
            </ns0:cNvSpPr>
            <ns0:nvPr/>
          </ns0:nvSpPr>
          <ns0:spPr>
            <ns1:xfrm>
              <ns1:off x="933450" y="3857625"/>
              <ns1:ext cx="6248400" cy="409575"/>
            </ns1:xfrm>
            <ns1:prstGeom prst="rect">
              <ns1:avLst/>
            </ns1:prstGeom>
            <ns1:noFill/>
            <ns1:ln w="0">
              <ns1:noFill/>
            </ns1:ln>
          </ns0:spPr>
          <ns0:txBody>
            <ns1:bodyPr lIns="0" tIns="0" rIns="0" bIns="0" anchor="t">
              <ns1:noAutofit/>
            </ns1:bodyPr>
            <ns1:lstStyle/>
            <ns1:p>
              <ns1:pPr>
                <ns1:def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defRPr>
              </ns1:pPr>
              <ns1:r>
                <ns1: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rPr>
                <ns1:t>Grouped frame and labels</ns1:t>
              </ns1:r>
            </ns1:p>
          </ns0:txBody>
        </ns0:sp>
        <ns0:sp>
          <ns0:nvSpPr>
            <ns0:cNvPr id="8" name="content.line3">
              <ns1:extLst>
                <ns1:ext uri="{FF2B5EF4-FFF2-40B4-BE49-F238E27FC236}">
                  <ns2:creationId id="{678AAD19-4677-49F2-BE71-E7A5B08872F7}"/>
                </ns1:ext>
              </ns1:extLst>
            </ns0:cNvPr>
            <ns0:cNvSpPr>
              <ns1:spLocks noGrp="1"/>
            </ns0:cNvSpPr>
            <ns0:nvPr/>
          </ns0:nvSpPr>
          <ns0:spPr>
            <ns1:xfrm>
              <ns1:off x="933450" y="4267200"/>
              <ns1:ext cx="6248400" cy="409575"/>
            </ns1:xfrm>
            <ns1:prstGeom prst="rect">
              <ns1:avLst/>
            </ns1:prstGeom>
            <ns1:noFill/>
            <ns1:ln w="0">
              <ns1:noFill/>
            </ns1:ln>
          </ns0:spPr>
          <ns0:txBody>
            <ns1:bodyPr lIns="0" tIns="0" rIns="0" bIns="0" anchor="t">
              <ns1:noAutofit/>
            </ns1:bodyPr>
            <ns1:lstStyle/>
            <ns1:p>
              <ns1:pPr>
                <ns1:def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defRPr>
              </ns1:pPr>
              <ns1:r>
                <ns1:rPr sz="2025" b="0">
                  <ns1:solidFill>
                    <ns1:srgbClr val="20242A"/>
                  </ns1:solidFill>
                  <ns1:latin typeface="Arial"/>
                  <ns1:ea typeface="Arial"/>
                  <ns1:cs typeface="Arial"/>
                </ns1:rPr>
                <ns1:t>Exact content bindings</ns1:t>
              </ns1:r>
            </ns1:p>
          </ns0:txBody>
        </ns0:sp>
      </ns0:grpSp>
      <ns0:sp>
        <ns0:nvSpPr>
          <ns0:cNvPr id="9" name="image.caption">
            <ns1:extLst>
              <ns1:ext uri="{FF2B5EF4-FFF2-40B4-BE49-F238E27FC236}">
                <ns2:creationId id="{CC6A1617-68E5-4900-80AD-D036BCD8DA25}"/>
              </ns1:ext>
            </ns1:extLst>
          </ns0:cNvPr>
          <ns0:cNvSpPr>
            <ns1:spLocks noGrp="1"/>
          </ns0:cNvSpPr>
          <ns0:nvPr/>
        </ns0:nvSpPr>
        <ns0:spPr>
          <ns1:xfrm>
            <ns1:off x="8401050" y="4724400"/>
            <ns1:ext cx="30099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t">
            <ns1:noAutofit/>
          </ns1:bodyPr>
          <ns1:lstStyle/>
          <ns1:p>
            <ns1:pPr>
              <ns1:defRPr sz="1650" b="0">
                <ns1:solidFill>
                  <ns1:srgbClr val="20242A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20242A"/>
                </ns1:solidFill>
                <ns1:latin typeface="Arial"/>
                <ns1:ea typeface="Arial"/>
                <ns1:cs typeface="Arial"/>
              </ns1:rPr>
              <ns1:t>Preserved image crop</ns1:t>
            </ns1:r>
          </ns1:p>
        </ns0:txBody>
      </ns0:sp>
      <ns0:sp>
        <ns0:nvSpPr>
          <ns0:cNvPr id="10" name="page.footer">
            <ns1:extLst>
              <ns1:ext uri="{FF2B5EF4-FFF2-40B4-BE49-F238E27FC236}">
                <ns2:creationId id="{EA01A8E0-DFBF-4240-B60D-41A75B8A9D1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981700"/>
            <ns1:ext cx="107442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 anchor="t">
            <ns1:noAutofit/>
          </ns1:bodyPr>
          <ns1:lstStyle/>
          <ns1:p>
            <ns1:pPr>
              <ns1:defRPr sz="1650" b="0">
                <ns1:solidFill>
                  <ns1:srgbClr val="555B62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555B62"/>
                </ns1:solidFill>
                <ns1:latin typeface="Arial"/>
                <ns1:ea typeface="Arial"/>
                <ns1:cs typeface="Arial"/>
              </ns1:rPr>
              <ns1:t>SYNTHETIC DEMO / No research data or institutional assets</ns1:t>
            </ns1:r>
          </ns1:p>
        </ns0:txBody>
      </ns0:sp>
      <ns0:pic>
        <ns0:nvPicPr>
          <ns0:cNvPr id="22" name="image.pattern" descr="ppt-rebuild:image.pattern"/>
          <ns0:cNvPicPr>
            <ns1:picLocks noChangeAspect="1"/>
          </ns0:cNvPicPr>
          <ns0:nvPr/>
        </ns0:nvPicPr>
        <ns0:blipFill>
          <ns1:blip ns3:embed="Re520ce6c7c1c421f"/>
          <ns1:stretch/>
        </ns0:blipFill>
        <ns0:spPr>
          <ns1:xfrm>
            <ns1:off x="8401050" y="2743200"/>
            <ns1:ext cx="2743200" cy="1828800"/>
          </ns1:xfrm>
          <ns1:prstGeom prst="rect">
            <ns1:avLst/>
          </ns1:prstGeom>
        </ns0:spPr>
      </ns0:pic>
    </ns0:spTree>
    <ns0:extLst>
      <ns0:ext uri="{BB962C8B-B14F-4D97-AF65-F5344CB8AC3E}">
        <ns4:creationId val="164625625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2026-10-04T05:26:26.3170000Z</dcterms:created>
  <dcterms:modified xsi:type="dcterms:W3CDTF">2026-10-04T05:26:26.3170000Z</dcterms:modified>
</coreProperties>
</file>